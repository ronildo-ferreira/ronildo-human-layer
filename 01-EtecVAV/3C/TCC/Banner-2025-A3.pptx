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9601200" cy="12801600" type="A3"/>
  <p:notesSz cx="6858000" cy="9144000"/>
  <p:defaultTextStyle>
    <a:defPPr>
      <a:defRPr lang="pt-BR"/>
    </a:defPPr>
    <a:lvl1pPr marL="0" algn="l" defTabSz="1075334" rtl="0" eaLnBrk="1" latinLnBrk="0" hangingPunct="1">
      <a:defRPr sz="2117" kern="1200">
        <a:solidFill>
          <a:schemeClr val="tx1"/>
        </a:solidFill>
        <a:latin typeface="+mn-lt"/>
        <a:ea typeface="+mn-ea"/>
        <a:cs typeface="+mn-cs"/>
      </a:defRPr>
    </a:lvl1pPr>
    <a:lvl2pPr marL="537667" algn="l" defTabSz="1075334" rtl="0" eaLnBrk="1" latinLnBrk="0" hangingPunct="1">
      <a:defRPr sz="2117" kern="1200">
        <a:solidFill>
          <a:schemeClr val="tx1"/>
        </a:solidFill>
        <a:latin typeface="+mn-lt"/>
        <a:ea typeface="+mn-ea"/>
        <a:cs typeface="+mn-cs"/>
      </a:defRPr>
    </a:lvl2pPr>
    <a:lvl3pPr marL="1075334" algn="l" defTabSz="1075334" rtl="0" eaLnBrk="1" latinLnBrk="0" hangingPunct="1">
      <a:defRPr sz="2117" kern="1200">
        <a:solidFill>
          <a:schemeClr val="tx1"/>
        </a:solidFill>
        <a:latin typeface="+mn-lt"/>
        <a:ea typeface="+mn-ea"/>
        <a:cs typeface="+mn-cs"/>
      </a:defRPr>
    </a:lvl3pPr>
    <a:lvl4pPr marL="1613002" algn="l" defTabSz="1075334" rtl="0" eaLnBrk="1" latinLnBrk="0" hangingPunct="1">
      <a:defRPr sz="2117" kern="1200">
        <a:solidFill>
          <a:schemeClr val="tx1"/>
        </a:solidFill>
        <a:latin typeface="+mn-lt"/>
        <a:ea typeface="+mn-ea"/>
        <a:cs typeface="+mn-cs"/>
      </a:defRPr>
    </a:lvl4pPr>
    <a:lvl5pPr marL="2150669" algn="l" defTabSz="1075334" rtl="0" eaLnBrk="1" latinLnBrk="0" hangingPunct="1">
      <a:defRPr sz="2117" kern="1200">
        <a:solidFill>
          <a:schemeClr val="tx1"/>
        </a:solidFill>
        <a:latin typeface="+mn-lt"/>
        <a:ea typeface="+mn-ea"/>
        <a:cs typeface="+mn-cs"/>
      </a:defRPr>
    </a:lvl5pPr>
    <a:lvl6pPr marL="2688336" algn="l" defTabSz="1075334" rtl="0" eaLnBrk="1" latinLnBrk="0" hangingPunct="1">
      <a:defRPr sz="2117" kern="1200">
        <a:solidFill>
          <a:schemeClr val="tx1"/>
        </a:solidFill>
        <a:latin typeface="+mn-lt"/>
        <a:ea typeface="+mn-ea"/>
        <a:cs typeface="+mn-cs"/>
      </a:defRPr>
    </a:lvl6pPr>
    <a:lvl7pPr marL="3226003" algn="l" defTabSz="1075334" rtl="0" eaLnBrk="1" latinLnBrk="0" hangingPunct="1">
      <a:defRPr sz="2117" kern="1200">
        <a:solidFill>
          <a:schemeClr val="tx1"/>
        </a:solidFill>
        <a:latin typeface="+mn-lt"/>
        <a:ea typeface="+mn-ea"/>
        <a:cs typeface="+mn-cs"/>
      </a:defRPr>
    </a:lvl7pPr>
    <a:lvl8pPr marL="3763670" algn="l" defTabSz="1075334" rtl="0" eaLnBrk="1" latinLnBrk="0" hangingPunct="1">
      <a:defRPr sz="2117" kern="1200">
        <a:solidFill>
          <a:schemeClr val="tx1"/>
        </a:solidFill>
        <a:latin typeface="+mn-lt"/>
        <a:ea typeface="+mn-ea"/>
        <a:cs typeface="+mn-cs"/>
      </a:defRPr>
    </a:lvl8pPr>
    <a:lvl9pPr marL="4301338" algn="l" defTabSz="1075334" rtl="0" eaLnBrk="1" latinLnBrk="0" hangingPunct="1">
      <a:defRPr sz="2117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3" autoAdjust="0"/>
    <p:restoredTop sz="94660"/>
  </p:normalViewPr>
  <p:slideViewPr>
    <p:cSldViewPr snapToGrid="0">
      <p:cViewPr varScale="1">
        <p:scale>
          <a:sx n="40" d="100"/>
          <a:sy n="40" d="100"/>
        </p:scale>
        <p:origin x="1971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0090" y="2095078"/>
            <a:ext cx="8161020" cy="4456853"/>
          </a:xfrm>
        </p:spPr>
        <p:txBody>
          <a:bodyPr anchor="b"/>
          <a:lstStyle>
            <a:lvl1pPr algn="ctr">
              <a:defRPr sz="63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0150" y="6723804"/>
            <a:ext cx="7200900" cy="3090756"/>
          </a:xfrm>
        </p:spPr>
        <p:txBody>
          <a:bodyPr/>
          <a:lstStyle>
            <a:lvl1pPr marL="0" indent="0" algn="ctr">
              <a:buNone/>
              <a:defRPr sz="2520"/>
            </a:lvl1pPr>
            <a:lvl2pPr marL="480060" indent="0" algn="ctr">
              <a:buNone/>
              <a:defRPr sz="2100"/>
            </a:lvl2pPr>
            <a:lvl3pPr marL="960120" indent="0" algn="ctr">
              <a:buNone/>
              <a:defRPr sz="1890"/>
            </a:lvl3pPr>
            <a:lvl4pPr marL="1440180" indent="0" algn="ctr">
              <a:buNone/>
              <a:defRPr sz="1680"/>
            </a:lvl4pPr>
            <a:lvl5pPr marL="1920240" indent="0" algn="ctr">
              <a:buNone/>
              <a:defRPr sz="1680"/>
            </a:lvl5pPr>
            <a:lvl6pPr marL="2400300" indent="0" algn="ctr">
              <a:buNone/>
              <a:defRPr sz="1680"/>
            </a:lvl6pPr>
            <a:lvl7pPr marL="2880360" indent="0" algn="ctr">
              <a:buNone/>
              <a:defRPr sz="1680"/>
            </a:lvl7pPr>
            <a:lvl8pPr marL="3360420" indent="0" algn="ctr">
              <a:buNone/>
              <a:defRPr sz="1680"/>
            </a:lvl8pPr>
            <a:lvl9pPr marL="3840480" indent="0" algn="ctr">
              <a:buNone/>
              <a:defRPr sz="168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23CB5-7D2A-4E30-8C9B-E10FDA9CB2A2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6604C-2D90-416B-B0A3-020F8F080C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9376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23CB5-7D2A-4E30-8C9B-E10FDA9CB2A2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6604C-2D90-416B-B0A3-020F8F080C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72784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082" y="3191514"/>
            <a:ext cx="8281035" cy="5325109"/>
          </a:xfrm>
        </p:spPr>
        <p:txBody>
          <a:bodyPr anchor="b"/>
          <a:lstStyle>
            <a:lvl1pPr>
              <a:defRPr sz="63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5082" y="8567000"/>
            <a:ext cx="8281035" cy="2800349"/>
          </a:xfrm>
        </p:spPr>
        <p:txBody>
          <a:bodyPr/>
          <a:lstStyle>
            <a:lvl1pPr marL="0" indent="0">
              <a:buNone/>
              <a:defRPr sz="2520">
                <a:solidFill>
                  <a:schemeClr val="tx1"/>
                </a:solidFill>
              </a:defRPr>
            </a:lvl1pPr>
            <a:lvl2pPr marL="48006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 marL="960120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3pPr>
            <a:lvl4pPr marL="14401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19202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4003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28803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3604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23CB5-7D2A-4E30-8C9B-E10FDA9CB2A2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6604C-2D90-416B-B0A3-020F8F080C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956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083" y="3407833"/>
            <a:ext cx="4080510" cy="812249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60608" y="3407833"/>
            <a:ext cx="4080510" cy="812249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23CB5-7D2A-4E30-8C9B-E10FDA9CB2A2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6604C-2D90-416B-B0A3-020F8F080C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77565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681570"/>
            <a:ext cx="8281035" cy="2474384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1334" y="3138171"/>
            <a:ext cx="4061757" cy="1537969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1334" y="4676140"/>
            <a:ext cx="4061757" cy="687789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0608" y="3138171"/>
            <a:ext cx="4081761" cy="1537969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60608" y="4676140"/>
            <a:ext cx="4081761" cy="687789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23CB5-7D2A-4E30-8C9B-E10FDA9CB2A2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6604C-2D90-416B-B0A3-020F8F080C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05681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23CB5-7D2A-4E30-8C9B-E10FDA9CB2A2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6604C-2D90-416B-B0A3-020F8F080C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9699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23CB5-7D2A-4E30-8C9B-E10FDA9CB2A2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6604C-2D90-416B-B0A3-020F8F080C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90349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853440"/>
            <a:ext cx="3096637" cy="2987040"/>
          </a:xfrm>
        </p:spPr>
        <p:txBody>
          <a:bodyPr anchor="b"/>
          <a:lstStyle>
            <a:lvl1pPr>
              <a:defRPr sz="336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1760" y="1843196"/>
            <a:ext cx="4860608" cy="9097433"/>
          </a:xfrm>
        </p:spPr>
        <p:txBody>
          <a:bodyPr/>
          <a:lstStyle>
            <a:lvl1pPr>
              <a:defRPr sz="3360"/>
            </a:lvl1pPr>
            <a:lvl2pPr>
              <a:defRPr sz="2940"/>
            </a:lvl2pPr>
            <a:lvl3pPr>
              <a:defRPr sz="252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3840480"/>
            <a:ext cx="3096637" cy="7114964"/>
          </a:xfr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23CB5-7D2A-4E30-8C9B-E10FDA9CB2A2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6604C-2D90-416B-B0A3-020F8F080C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99805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853440"/>
            <a:ext cx="3096637" cy="2987040"/>
          </a:xfrm>
        </p:spPr>
        <p:txBody>
          <a:bodyPr anchor="b"/>
          <a:lstStyle>
            <a:lvl1pPr>
              <a:defRPr sz="336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81760" y="1843196"/>
            <a:ext cx="4860608" cy="9097433"/>
          </a:xfrm>
        </p:spPr>
        <p:txBody>
          <a:bodyPr anchor="t"/>
          <a:lstStyle>
            <a:lvl1pPr marL="0" indent="0">
              <a:buNone/>
              <a:defRPr sz="3360"/>
            </a:lvl1pPr>
            <a:lvl2pPr marL="480060" indent="0">
              <a:buNone/>
              <a:defRPr sz="2940"/>
            </a:lvl2pPr>
            <a:lvl3pPr marL="960120" indent="0">
              <a:buNone/>
              <a:defRPr sz="2520"/>
            </a:lvl3pPr>
            <a:lvl4pPr marL="1440180" indent="0">
              <a:buNone/>
              <a:defRPr sz="2100"/>
            </a:lvl4pPr>
            <a:lvl5pPr marL="1920240" indent="0">
              <a:buNone/>
              <a:defRPr sz="2100"/>
            </a:lvl5pPr>
            <a:lvl6pPr marL="2400300" indent="0">
              <a:buNone/>
              <a:defRPr sz="2100"/>
            </a:lvl6pPr>
            <a:lvl7pPr marL="2880360" indent="0">
              <a:buNone/>
              <a:defRPr sz="2100"/>
            </a:lvl7pPr>
            <a:lvl8pPr marL="3360420" indent="0">
              <a:buNone/>
              <a:defRPr sz="2100"/>
            </a:lvl8pPr>
            <a:lvl9pPr marL="3840480" indent="0">
              <a:buNone/>
              <a:defRPr sz="21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3840480"/>
            <a:ext cx="3096637" cy="7114964"/>
          </a:xfr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23CB5-7D2A-4E30-8C9B-E10FDA9CB2A2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6604C-2D90-416B-B0A3-020F8F080C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98720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23CB5-7D2A-4E30-8C9B-E10FDA9CB2A2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6604C-2D90-416B-B0A3-020F8F080C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13299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0859" y="681567"/>
            <a:ext cx="2070259" cy="10848764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0083" y="681567"/>
            <a:ext cx="6090761" cy="10848764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23CB5-7D2A-4E30-8C9B-E10FDA9CB2A2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6604C-2D90-416B-B0A3-020F8F080C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42681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0083" y="681570"/>
            <a:ext cx="8281035" cy="24743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083" y="3407833"/>
            <a:ext cx="8281035" cy="81224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0083" y="11865189"/>
            <a:ext cx="216027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C23CB5-7D2A-4E30-8C9B-E10FDA9CB2A2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80398" y="11865189"/>
            <a:ext cx="3240405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80848" y="11865189"/>
            <a:ext cx="216027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36604C-2D90-416B-B0A3-020F8F080C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4095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60120" rtl="0" eaLnBrk="1" latinLnBrk="0" hangingPunct="1">
        <a:lnSpc>
          <a:spcPct val="90000"/>
        </a:lnSpc>
        <a:spcBef>
          <a:spcPct val="0"/>
        </a:spcBef>
        <a:buNone/>
        <a:defRPr sz="46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0030" indent="-240030" algn="l" defTabSz="960120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2940" kern="1200">
          <a:solidFill>
            <a:schemeClr val="tx1"/>
          </a:solidFill>
          <a:latin typeface="+mn-lt"/>
          <a:ea typeface="+mn-ea"/>
          <a:cs typeface="+mn-cs"/>
        </a:defRPr>
      </a:lvl1pPr>
      <a:lvl2pPr marL="7200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001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802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216027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64033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31203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6004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40805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1pPr>
      <a:lvl2pPr marL="4800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601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2024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40030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803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3604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8404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/>
          <p:cNvSpPr/>
          <p:nvPr/>
        </p:nvSpPr>
        <p:spPr>
          <a:xfrm>
            <a:off x="434146" y="626921"/>
            <a:ext cx="846813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800" b="1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TÍTULO DO TCC (LETRA MAIÚSCULA, NO MÁXIMO 2 LINHAS</a:t>
            </a:r>
          </a:p>
          <a:p>
            <a:pPr algn="ctr"/>
            <a:r>
              <a:rPr lang="pt-BR" sz="1800" b="1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FONTE: TIMES NEW ROMAN(todos os textos do banner), TAMANHO: 18 (este título deve ser o mesmo da monografia)</a:t>
            </a:r>
          </a:p>
        </p:txBody>
      </p:sp>
      <p:sp>
        <p:nvSpPr>
          <p:cNvPr id="6" name="Estrela de 5 pontas 6"/>
          <p:cNvSpPr/>
          <p:nvPr/>
        </p:nvSpPr>
        <p:spPr>
          <a:xfrm>
            <a:off x="397565" y="2760512"/>
            <a:ext cx="3504393" cy="259636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/>
              <a:t>LOGO DO PROJETO (SE HOUVER)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5458710" y="3204336"/>
            <a:ext cx="204976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ALUNO 1</a:t>
            </a:r>
          </a:p>
          <a:p>
            <a:pPr algn="ctr"/>
            <a:r>
              <a:rPr lang="pt-B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ALUNO 2</a:t>
            </a:r>
          </a:p>
          <a:p>
            <a:pPr algn="ctr"/>
            <a:r>
              <a:rPr lang="pt-B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ALUNO 3</a:t>
            </a:r>
          </a:p>
          <a:p>
            <a:pPr algn="ctr"/>
            <a:r>
              <a:rPr lang="pt-B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ALUNO 4...</a:t>
            </a:r>
          </a:p>
          <a:p>
            <a:pPr algn="ctr"/>
            <a:r>
              <a:rPr lang="pt-B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 ORDEM ALFABÉTICA</a:t>
            </a:r>
          </a:p>
          <a:p>
            <a:pPr algn="ctr"/>
            <a:r>
              <a:rPr lang="pt-B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(TAMANHO: 14)</a:t>
            </a:r>
          </a:p>
        </p:txBody>
      </p:sp>
      <p:sp>
        <p:nvSpPr>
          <p:cNvPr id="11" name="CaixaDeTexto 10"/>
          <p:cNvSpPr txBox="1"/>
          <p:nvPr/>
        </p:nvSpPr>
        <p:spPr>
          <a:xfrm>
            <a:off x="7217491" y="5103591"/>
            <a:ext cx="201218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Orientador(es): Prof. Professor 1 e </a:t>
            </a:r>
          </a:p>
          <a:p>
            <a:pPr algn="ctr"/>
            <a:r>
              <a:rPr lang="pt-B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Prof. Professor 2</a:t>
            </a:r>
          </a:p>
          <a:p>
            <a:pPr algn="ctr"/>
            <a:r>
              <a:rPr lang="pt-B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(TAMANHO: 10)</a:t>
            </a:r>
          </a:p>
        </p:txBody>
      </p:sp>
      <p:sp>
        <p:nvSpPr>
          <p:cNvPr id="12" name="CaixaDeTexto 11"/>
          <p:cNvSpPr txBox="1"/>
          <p:nvPr/>
        </p:nvSpPr>
        <p:spPr>
          <a:xfrm>
            <a:off x="3044442" y="9169401"/>
            <a:ext cx="3247548" cy="4747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Texto do corpo do Banner, tamanho: 12 para o texto e 14 para os títulos. </a:t>
            </a:r>
          </a:p>
        </p:txBody>
      </p:sp>
      <p:sp>
        <p:nvSpPr>
          <p:cNvPr id="13" name="CaixaDeTexto 12"/>
          <p:cNvSpPr txBox="1"/>
          <p:nvPr/>
        </p:nvSpPr>
        <p:spPr>
          <a:xfrm>
            <a:off x="106759" y="5958305"/>
            <a:ext cx="912291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>
                <a:latin typeface="Arial Black" panose="020B0A04020102020204" pitchFamily="34" charset="0"/>
              </a:rPr>
              <a:t>Use toda </a:t>
            </a:r>
            <a:r>
              <a:rPr lang="en-US" sz="1200" dirty="0" err="1">
                <a:latin typeface="Arial Black" panose="020B0A04020102020204" pitchFamily="34" charset="0"/>
              </a:rPr>
              <a:t>área</a:t>
            </a:r>
            <a:r>
              <a:rPr lang="en-US" sz="1200" dirty="0">
                <a:latin typeface="Arial Black" panose="020B0A04020102020204" pitchFamily="34" charset="0"/>
              </a:rPr>
              <a:t> do banner para</a:t>
            </a:r>
            <a:r>
              <a:rPr lang="pt-BR" sz="1200" dirty="0">
                <a:latin typeface="Arial Black" panose="020B0A04020102020204" pitchFamily="34" charset="0"/>
              </a:rPr>
              <a:t> colocar as informações do seu de TCC e você pode organizar do jeito que quiser. A cor, tipo de letra, tamanho de letra, a posição dos nomes dos alunos e orientadores devem ser ajustados de acordo com a necessidade. (Indique o curso e a data no </a:t>
            </a:r>
            <a:r>
              <a:rPr lang="pt-BR" sz="1200" dirty="0" err="1">
                <a:latin typeface="Arial Black" panose="020B0A04020102020204" pitchFamily="34" charset="0"/>
              </a:rPr>
              <a:t>rodap</a:t>
            </a:r>
            <a:r>
              <a:rPr lang="en-US" sz="1200" dirty="0" err="1">
                <a:latin typeface="Arial Black" panose="020B0A04020102020204" pitchFamily="34" charset="0"/>
              </a:rPr>
              <a:t>é</a:t>
            </a:r>
            <a:r>
              <a:rPr lang="en-US" sz="1200" dirty="0">
                <a:latin typeface="Arial Black" panose="020B0A04020102020204" pitchFamily="34" charset="0"/>
              </a:rPr>
              <a:t> e </a:t>
            </a:r>
            <a:r>
              <a:rPr lang="en-US" sz="1200" dirty="0" err="1">
                <a:latin typeface="Arial Black" panose="020B0A04020102020204" pitchFamily="34" charset="0"/>
              </a:rPr>
              <a:t>não</a:t>
            </a:r>
            <a:r>
              <a:rPr lang="en-US" sz="1200" dirty="0">
                <a:latin typeface="Arial Black" panose="020B0A04020102020204" pitchFamily="34" charset="0"/>
              </a:rPr>
              <a:t> </a:t>
            </a:r>
            <a:r>
              <a:rPr lang="en-US" sz="1200" dirty="0" err="1">
                <a:latin typeface="Arial Black" panose="020B0A04020102020204" pitchFamily="34" charset="0"/>
              </a:rPr>
              <a:t>altere</a:t>
            </a:r>
            <a:r>
              <a:rPr lang="en-US" sz="1200" dirty="0">
                <a:latin typeface="Arial Black" panose="020B0A04020102020204" pitchFamily="34" charset="0"/>
              </a:rPr>
              <a:t> o </a:t>
            </a:r>
            <a:r>
              <a:rPr lang="en-US" sz="1200" dirty="0" err="1">
                <a:latin typeface="Arial Black" panose="020B0A04020102020204" pitchFamily="34" charset="0"/>
              </a:rPr>
              <a:t>tamanho</a:t>
            </a:r>
            <a:r>
              <a:rPr lang="en-US" sz="1200" dirty="0">
                <a:latin typeface="Arial Black" panose="020B0A04020102020204" pitchFamily="34" charset="0"/>
              </a:rPr>
              <a:t> e </a:t>
            </a:r>
            <a:r>
              <a:rPr lang="en-US" sz="1200" dirty="0" err="1">
                <a:latin typeface="Arial Black" panose="020B0A04020102020204" pitchFamily="34" charset="0"/>
              </a:rPr>
              <a:t>tipo</a:t>
            </a:r>
            <a:r>
              <a:rPr lang="en-US" sz="1200" dirty="0">
                <a:latin typeface="Arial Black" panose="020B0A04020102020204" pitchFamily="34" charset="0"/>
              </a:rPr>
              <a:t> da </a:t>
            </a:r>
            <a:r>
              <a:rPr lang="en-US" sz="1200" dirty="0" err="1">
                <a:latin typeface="Arial Black" panose="020B0A04020102020204" pitchFamily="34" charset="0"/>
              </a:rPr>
              <a:t>letra</a:t>
            </a:r>
            <a:r>
              <a:rPr lang="en-US" sz="1200" dirty="0">
                <a:latin typeface="Arial Black" panose="020B0A04020102020204" pitchFamily="34" charset="0"/>
              </a:rPr>
              <a:t> deles)</a:t>
            </a:r>
            <a:endParaRPr lang="pt-BR" sz="1200" dirty="0">
              <a:latin typeface="Arial Black" panose="020B0A04020102020204" pitchFamily="34" charset="0"/>
            </a:endParaRPr>
          </a:p>
          <a:p>
            <a:pPr algn="ctr"/>
            <a:endParaRPr lang="pt-BR" sz="1200" dirty="0">
              <a:latin typeface="Arial Black" panose="020B0A04020102020204" pitchFamily="34" charset="0"/>
            </a:endParaRPr>
          </a:p>
          <a:p>
            <a:pPr algn="ctr"/>
            <a:r>
              <a:rPr lang="pt-BR" sz="1200" dirty="0">
                <a:solidFill>
                  <a:schemeClr val="accent2">
                    <a:lumMod val="75000"/>
                  </a:schemeClr>
                </a:solidFill>
                <a:latin typeface="Arial Black" panose="020B0A04020102020204" pitchFamily="34" charset="0"/>
              </a:rPr>
              <a:t>Lembre-se: o texto do banner deve ser </a:t>
            </a:r>
            <a:r>
              <a:rPr lang="pt-BR" sz="1200" dirty="0" err="1">
                <a:solidFill>
                  <a:schemeClr val="accent2">
                    <a:lumMod val="75000"/>
                  </a:schemeClr>
                </a:solidFill>
                <a:latin typeface="Arial Black" panose="020B0A04020102020204" pitchFamily="34" charset="0"/>
              </a:rPr>
              <a:t>leg</a:t>
            </a:r>
            <a:r>
              <a:rPr lang="en-US" sz="1200" dirty="0" err="1">
                <a:solidFill>
                  <a:schemeClr val="accent2">
                    <a:lumMod val="75000"/>
                  </a:schemeClr>
                </a:solidFill>
                <a:latin typeface="Arial Black" panose="020B0A04020102020204" pitchFamily="34" charset="0"/>
              </a:rPr>
              <a:t>ível</a:t>
            </a:r>
            <a:endParaRPr lang="pt-BR" sz="1200" dirty="0">
              <a:solidFill>
                <a:schemeClr val="accent2">
                  <a:lumMod val="75000"/>
                </a:schemeClr>
              </a:solidFill>
              <a:latin typeface="Arial Black" panose="020B0A04020102020204" pitchFamily="34" charset="0"/>
            </a:endParaRPr>
          </a:p>
          <a:p>
            <a:pPr algn="ctr"/>
            <a:r>
              <a:rPr lang="pt-BR" sz="1200" dirty="0">
                <a:solidFill>
                  <a:schemeClr val="accent2">
                    <a:lumMod val="75000"/>
                  </a:schemeClr>
                </a:solidFill>
                <a:latin typeface="Arial Black" panose="020B0A04020102020204" pitchFamily="34" charset="0"/>
              </a:rPr>
              <a:t>a uma </a:t>
            </a:r>
            <a:r>
              <a:rPr lang="pt-BR" sz="1200" dirty="0" err="1">
                <a:solidFill>
                  <a:schemeClr val="accent2">
                    <a:lumMod val="75000"/>
                  </a:schemeClr>
                </a:solidFill>
                <a:latin typeface="Arial Black" panose="020B0A04020102020204" pitchFamily="34" charset="0"/>
              </a:rPr>
              <a:t>dist</a:t>
            </a:r>
            <a:r>
              <a:rPr lang="en-US" sz="1200" dirty="0" err="1">
                <a:solidFill>
                  <a:schemeClr val="accent2">
                    <a:lumMod val="75000"/>
                  </a:schemeClr>
                </a:solidFill>
                <a:latin typeface="Arial Black" panose="020B0A04020102020204" pitchFamily="34" charset="0"/>
              </a:rPr>
              <a:t>ância</a:t>
            </a:r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Arial Black" panose="020B0A04020102020204" pitchFamily="34" charset="0"/>
              </a:rPr>
              <a:t> de 1 metros. Use sempre </a:t>
            </a:r>
            <a:r>
              <a:rPr lang="en-US" sz="1200" dirty="0" err="1">
                <a:solidFill>
                  <a:schemeClr val="accent2">
                    <a:lumMod val="75000"/>
                  </a:schemeClr>
                </a:solidFill>
                <a:latin typeface="Arial Black" panose="020B0A04020102020204" pitchFamily="34" charset="0"/>
              </a:rPr>
              <a:t>fundo</a:t>
            </a:r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Arial Black" panose="020B0A04020102020204" pitchFamily="34" charset="0"/>
              </a:rPr>
              <a:t> BRANCO </a:t>
            </a:r>
            <a:r>
              <a:rPr lang="en-US" sz="1200" dirty="0" err="1">
                <a:solidFill>
                  <a:schemeClr val="accent2">
                    <a:lumMod val="75000"/>
                  </a:schemeClr>
                </a:solidFill>
                <a:latin typeface="Arial Black" panose="020B0A04020102020204" pitchFamily="34" charset="0"/>
              </a:rPr>
              <a:t>ou</a:t>
            </a:r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Arial Black" panose="020B0A04020102020204" pitchFamily="34" charset="0"/>
              </a:rPr>
              <a:t> um tom </a:t>
            </a:r>
            <a:r>
              <a:rPr lang="en-US" sz="1200" dirty="0" err="1">
                <a:solidFill>
                  <a:schemeClr val="accent2">
                    <a:lumMod val="75000"/>
                  </a:schemeClr>
                </a:solidFill>
                <a:latin typeface="Arial Black" panose="020B0A04020102020204" pitchFamily="34" charset="0"/>
              </a:rPr>
              <a:t>bem</a:t>
            </a:r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Arial Black" panose="020B0A04020102020204" pitchFamily="34" charset="0"/>
              </a:rPr>
              <a:t> suave.</a:t>
            </a:r>
            <a:endParaRPr lang="pt-BR" sz="1200" dirty="0">
              <a:solidFill>
                <a:schemeClr val="accent2">
                  <a:lumMod val="75000"/>
                </a:schemeClr>
              </a:solidFill>
              <a:latin typeface="Arial Black" panose="020B0A04020102020204" pitchFamily="34" charset="0"/>
            </a:endParaRPr>
          </a:p>
          <a:p>
            <a:pPr algn="ctr"/>
            <a:endParaRPr lang="pt-BR" sz="1200" dirty="0">
              <a:latin typeface="Arial Black" panose="020B0A04020102020204" pitchFamily="34" charset="0"/>
            </a:endParaRPr>
          </a:p>
          <a:p>
            <a:pPr algn="ctr"/>
            <a:r>
              <a:rPr lang="pt-BR" sz="1200" dirty="0">
                <a:latin typeface="Arial Black" panose="020B0A04020102020204" pitchFamily="34" charset="0"/>
              </a:rPr>
              <a:t>Procure colocar conteúdos e título que chamem a atenção do público. Use imagens, textos e tabelas. Use texto justificado(alinhado a esquerda e a direita)Para enviar à gráfica é necessário salvar como PDF.</a:t>
            </a:r>
          </a:p>
          <a:p>
            <a:pPr algn="ctr"/>
            <a:endParaRPr lang="pt-BR" sz="1200" dirty="0">
              <a:latin typeface="Arial Black" panose="020B0A04020102020204" pitchFamily="34" charset="0"/>
            </a:endParaRPr>
          </a:p>
          <a:p>
            <a:pPr algn="ctr"/>
            <a:r>
              <a:rPr lang="pt-BR" sz="1200" dirty="0">
                <a:solidFill>
                  <a:srgbClr val="FF0000"/>
                </a:solidFill>
                <a:latin typeface="Arial Black" panose="020B0A04020102020204" pitchFamily="34" charset="0"/>
              </a:rPr>
              <a:t>Enviar à gráfica somente após a aprovação do orientador.</a:t>
            </a: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8DB01664-C6B9-9D4D-98F0-E5F4427DC40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59" y="12026688"/>
            <a:ext cx="9386645" cy="628016"/>
          </a:xfrm>
          <a:prstGeom prst="rect">
            <a:avLst/>
          </a:prstGeom>
        </p:spPr>
      </p:pic>
      <p:sp>
        <p:nvSpPr>
          <p:cNvPr id="15" name="CaixaDeTexto 14"/>
          <p:cNvSpPr txBox="1"/>
          <p:nvPr/>
        </p:nvSpPr>
        <p:spPr>
          <a:xfrm>
            <a:off x="2812620" y="12119790"/>
            <a:ext cx="29631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Técnico em Nome do Curso(Tamanho: 12)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D791EB26-D5A4-F64C-8AA8-ACECC6DA4E9D}"/>
              </a:ext>
            </a:extLst>
          </p:cNvPr>
          <p:cNvSpPr txBox="1"/>
          <p:nvPr/>
        </p:nvSpPr>
        <p:spPr>
          <a:xfrm>
            <a:off x="3901958" y="12319899"/>
            <a:ext cx="78448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Dez/2023</a:t>
            </a:r>
          </a:p>
        </p:txBody>
      </p:sp>
    </p:spTree>
    <p:extLst>
      <p:ext uri="{BB962C8B-B14F-4D97-AF65-F5344CB8AC3E}">
        <p14:creationId xmlns:p14="http://schemas.microsoft.com/office/powerpoint/2010/main" val="29583234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</TotalTime>
  <Words>258</Words>
  <Application>Microsoft Office PowerPoint</Application>
  <PresentationFormat>Papel A3 (297 x 420 mm)</PresentationFormat>
  <Paragraphs>23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7" baseType="lpstr">
      <vt:lpstr>Arial</vt:lpstr>
      <vt:lpstr>Arial Black</vt:lpstr>
      <vt:lpstr>Calibri</vt:lpstr>
      <vt:lpstr>Calibri Light</vt:lpstr>
      <vt:lpstr>Times New Roman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EtecVAV</dc:creator>
  <cp:lastModifiedBy>Win11</cp:lastModifiedBy>
  <cp:revision>6</cp:revision>
  <dcterms:created xsi:type="dcterms:W3CDTF">2025-11-04T09:54:35Z</dcterms:created>
  <dcterms:modified xsi:type="dcterms:W3CDTF">2026-08-10T11:16:05Z</dcterms:modified>
</cp:coreProperties>
</file>