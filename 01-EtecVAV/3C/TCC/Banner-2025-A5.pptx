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5327650" cy="7559675"/>
  <p:notesSz cx="6858000" cy="9144000"/>
  <p:defaultTextStyle>
    <a:defPPr>
      <a:defRPr lang="pt-BR"/>
    </a:defPPr>
    <a:lvl1pPr marL="0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1pPr>
    <a:lvl2pPr marL="309266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2pPr>
    <a:lvl3pPr marL="618532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3pPr>
    <a:lvl4pPr marL="927799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4pPr>
    <a:lvl5pPr marL="1237065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5pPr>
    <a:lvl6pPr marL="1546331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6pPr>
    <a:lvl7pPr marL="1855597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7pPr>
    <a:lvl8pPr marL="2164863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8pPr>
    <a:lvl9pPr marL="2474130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8" d="100"/>
          <a:sy n="68" d="100"/>
        </p:scale>
        <p:origin x="203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9574" y="1237197"/>
            <a:ext cx="4528503" cy="2631887"/>
          </a:xfrm>
        </p:spPr>
        <p:txBody>
          <a:bodyPr anchor="b"/>
          <a:lstStyle>
            <a:lvl1pPr algn="ctr">
              <a:defRPr sz="349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956" y="3970580"/>
            <a:ext cx="3995738" cy="1825171"/>
          </a:xfrm>
        </p:spPr>
        <p:txBody>
          <a:bodyPr/>
          <a:lstStyle>
            <a:lvl1pPr marL="0" indent="0" algn="ctr">
              <a:buNone/>
              <a:defRPr sz="1398"/>
            </a:lvl1pPr>
            <a:lvl2pPr marL="266365" indent="0" algn="ctr">
              <a:buNone/>
              <a:defRPr sz="1165"/>
            </a:lvl2pPr>
            <a:lvl3pPr marL="532729" indent="0" algn="ctr">
              <a:buNone/>
              <a:defRPr sz="1049"/>
            </a:lvl3pPr>
            <a:lvl4pPr marL="799094" indent="0" algn="ctr">
              <a:buNone/>
              <a:defRPr sz="932"/>
            </a:lvl4pPr>
            <a:lvl5pPr marL="1065459" indent="0" algn="ctr">
              <a:buNone/>
              <a:defRPr sz="932"/>
            </a:lvl5pPr>
            <a:lvl6pPr marL="1331824" indent="0" algn="ctr">
              <a:buNone/>
              <a:defRPr sz="932"/>
            </a:lvl6pPr>
            <a:lvl7pPr marL="1598188" indent="0" algn="ctr">
              <a:buNone/>
              <a:defRPr sz="932"/>
            </a:lvl7pPr>
            <a:lvl8pPr marL="1864553" indent="0" algn="ctr">
              <a:buNone/>
              <a:defRPr sz="932"/>
            </a:lvl8pPr>
            <a:lvl9pPr marL="2130918" indent="0" algn="ctr">
              <a:buNone/>
              <a:defRPr sz="932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810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462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01" y="1884671"/>
            <a:ext cx="4595098" cy="3144614"/>
          </a:xfrm>
        </p:spPr>
        <p:txBody>
          <a:bodyPr anchor="b"/>
          <a:lstStyle>
            <a:lvl1pPr>
              <a:defRPr sz="349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501" y="5059035"/>
            <a:ext cx="4595098" cy="1653678"/>
          </a:xfrm>
        </p:spPr>
        <p:txBody>
          <a:bodyPr/>
          <a:lstStyle>
            <a:lvl1pPr marL="0" indent="0">
              <a:buNone/>
              <a:defRPr sz="1398">
                <a:solidFill>
                  <a:schemeClr val="tx1"/>
                </a:solidFill>
              </a:defRPr>
            </a:lvl1pPr>
            <a:lvl2pPr marL="266365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2pPr>
            <a:lvl3pPr marL="532729" indent="0">
              <a:buNone/>
              <a:defRPr sz="1049">
                <a:solidFill>
                  <a:schemeClr val="tx1">
                    <a:tint val="75000"/>
                  </a:schemeClr>
                </a:solidFill>
              </a:defRPr>
            </a:lvl3pPr>
            <a:lvl4pPr marL="799094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4pPr>
            <a:lvl5pPr marL="1065459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5pPr>
            <a:lvl6pPr marL="1331824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6pPr>
            <a:lvl7pPr marL="1598188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7pPr>
            <a:lvl8pPr marL="1864553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8pPr>
            <a:lvl9pPr marL="2130918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54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6276" y="2012414"/>
            <a:ext cx="2264251" cy="479654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97123" y="2012414"/>
            <a:ext cx="2264251" cy="479654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355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402484"/>
            <a:ext cx="4595098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971" y="1853171"/>
            <a:ext cx="2253845" cy="908210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971" y="2761381"/>
            <a:ext cx="2253845" cy="406157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97123" y="1853171"/>
            <a:ext cx="2264945" cy="908210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97123" y="2761381"/>
            <a:ext cx="2264945" cy="406157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015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7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78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503978"/>
            <a:ext cx="1718306" cy="1763924"/>
          </a:xfrm>
        </p:spPr>
        <p:txBody>
          <a:bodyPr anchor="b"/>
          <a:lstStyle>
            <a:lvl1pPr>
              <a:defRPr sz="186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4945" y="1088455"/>
            <a:ext cx="2697123" cy="5372269"/>
          </a:xfrm>
        </p:spPr>
        <p:txBody>
          <a:bodyPr/>
          <a:lstStyle>
            <a:lvl1pPr>
              <a:defRPr sz="1864"/>
            </a:lvl1pPr>
            <a:lvl2pPr>
              <a:defRPr sz="1631"/>
            </a:lvl2pPr>
            <a:lvl3pPr>
              <a:defRPr sz="1398"/>
            </a:lvl3pPr>
            <a:lvl4pPr>
              <a:defRPr sz="1165"/>
            </a:lvl4pPr>
            <a:lvl5pPr>
              <a:defRPr sz="1165"/>
            </a:lvl5pPr>
            <a:lvl6pPr>
              <a:defRPr sz="1165"/>
            </a:lvl6pPr>
            <a:lvl7pPr>
              <a:defRPr sz="1165"/>
            </a:lvl7pPr>
            <a:lvl8pPr>
              <a:defRPr sz="1165"/>
            </a:lvl8pPr>
            <a:lvl9pPr>
              <a:defRPr sz="1165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970" y="2267902"/>
            <a:ext cx="1718306" cy="4201570"/>
          </a:xfrm>
        </p:spPr>
        <p:txBody>
          <a:bodyPr/>
          <a:lstStyle>
            <a:lvl1pPr marL="0" indent="0">
              <a:buNone/>
              <a:defRPr sz="932"/>
            </a:lvl1pPr>
            <a:lvl2pPr marL="266365" indent="0">
              <a:buNone/>
              <a:defRPr sz="816"/>
            </a:lvl2pPr>
            <a:lvl3pPr marL="532729" indent="0">
              <a:buNone/>
              <a:defRPr sz="699"/>
            </a:lvl3pPr>
            <a:lvl4pPr marL="799094" indent="0">
              <a:buNone/>
              <a:defRPr sz="583"/>
            </a:lvl4pPr>
            <a:lvl5pPr marL="1065459" indent="0">
              <a:buNone/>
              <a:defRPr sz="583"/>
            </a:lvl5pPr>
            <a:lvl6pPr marL="1331824" indent="0">
              <a:buNone/>
              <a:defRPr sz="583"/>
            </a:lvl6pPr>
            <a:lvl7pPr marL="1598188" indent="0">
              <a:buNone/>
              <a:defRPr sz="583"/>
            </a:lvl7pPr>
            <a:lvl8pPr marL="1864553" indent="0">
              <a:buNone/>
              <a:defRPr sz="583"/>
            </a:lvl8pPr>
            <a:lvl9pPr marL="2130918" indent="0">
              <a:buNone/>
              <a:defRPr sz="58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72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503978"/>
            <a:ext cx="1718306" cy="1763924"/>
          </a:xfrm>
        </p:spPr>
        <p:txBody>
          <a:bodyPr anchor="b"/>
          <a:lstStyle>
            <a:lvl1pPr>
              <a:defRPr sz="186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64945" y="1088455"/>
            <a:ext cx="2697123" cy="5372269"/>
          </a:xfrm>
        </p:spPr>
        <p:txBody>
          <a:bodyPr anchor="t"/>
          <a:lstStyle>
            <a:lvl1pPr marL="0" indent="0">
              <a:buNone/>
              <a:defRPr sz="1864"/>
            </a:lvl1pPr>
            <a:lvl2pPr marL="266365" indent="0">
              <a:buNone/>
              <a:defRPr sz="1631"/>
            </a:lvl2pPr>
            <a:lvl3pPr marL="532729" indent="0">
              <a:buNone/>
              <a:defRPr sz="1398"/>
            </a:lvl3pPr>
            <a:lvl4pPr marL="799094" indent="0">
              <a:buNone/>
              <a:defRPr sz="1165"/>
            </a:lvl4pPr>
            <a:lvl5pPr marL="1065459" indent="0">
              <a:buNone/>
              <a:defRPr sz="1165"/>
            </a:lvl5pPr>
            <a:lvl6pPr marL="1331824" indent="0">
              <a:buNone/>
              <a:defRPr sz="1165"/>
            </a:lvl6pPr>
            <a:lvl7pPr marL="1598188" indent="0">
              <a:buNone/>
              <a:defRPr sz="1165"/>
            </a:lvl7pPr>
            <a:lvl8pPr marL="1864553" indent="0">
              <a:buNone/>
              <a:defRPr sz="1165"/>
            </a:lvl8pPr>
            <a:lvl9pPr marL="2130918" indent="0">
              <a:buNone/>
              <a:defRPr sz="116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970" y="2267902"/>
            <a:ext cx="1718306" cy="4201570"/>
          </a:xfrm>
        </p:spPr>
        <p:txBody>
          <a:bodyPr/>
          <a:lstStyle>
            <a:lvl1pPr marL="0" indent="0">
              <a:buNone/>
              <a:defRPr sz="932"/>
            </a:lvl1pPr>
            <a:lvl2pPr marL="266365" indent="0">
              <a:buNone/>
              <a:defRPr sz="816"/>
            </a:lvl2pPr>
            <a:lvl3pPr marL="532729" indent="0">
              <a:buNone/>
              <a:defRPr sz="699"/>
            </a:lvl3pPr>
            <a:lvl4pPr marL="799094" indent="0">
              <a:buNone/>
              <a:defRPr sz="583"/>
            </a:lvl4pPr>
            <a:lvl5pPr marL="1065459" indent="0">
              <a:buNone/>
              <a:defRPr sz="583"/>
            </a:lvl5pPr>
            <a:lvl6pPr marL="1331824" indent="0">
              <a:buNone/>
              <a:defRPr sz="583"/>
            </a:lvl6pPr>
            <a:lvl7pPr marL="1598188" indent="0">
              <a:buNone/>
              <a:defRPr sz="583"/>
            </a:lvl7pPr>
            <a:lvl8pPr marL="1864553" indent="0">
              <a:buNone/>
              <a:defRPr sz="583"/>
            </a:lvl8pPr>
            <a:lvl9pPr marL="2130918" indent="0">
              <a:buNone/>
              <a:defRPr sz="58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125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1460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2600" y="402483"/>
            <a:ext cx="1148775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6276" y="402483"/>
            <a:ext cx="3379728" cy="640647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610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6276" y="402484"/>
            <a:ext cx="4595098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276" y="2012414"/>
            <a:ext cx="4595098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23CB5-7D2A-4E30-8C9B-E10FDA9CB2A2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165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32729" rtl="0" eaLnBrk="1" latinLnBrk="0" hangingPunct="1">
        <a:lnSpc>
          <a:spcPct val="90000"/>
        </a:lnSpc>
        <a:spcBef>
          <a:spcPct val="0"/>
        </a:spcBef>
        <a:buNone/>
        <a:defRPr sz="25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182" indent="-133182" algn="l" defTabSz="532729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1pPr>
      <a:lvl2pPr marL="399547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398" kern="1200">
          <a:solidFill>
            <a:schemeClr val="tx1"/>
          </a:solidFill>
          <a:latin typeface="+mn-lt"/>
          <a:ea typeface="+mn-ea"/>
          <a:cs typeface="+mn-cs"/>
        </a:defRPr>
      </a:lvl2pPr>
      <a:lvl3pPr marL="665912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165" kern="1200">
          <a:solidFill>
            <a:schemeClr val="tx1"/>
          </a:solidFill>
          <a:latin typeface="+mn-lt"/>
          <a:ea typeface="+mn-ea"/>
          <a:cs typeface="+mn-cs"/>
        </a:defRPr>
      </a:lvl3pPr>
      <a:lvl4pPr marL="932277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198641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465006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731371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997735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264100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1pPr>
      <a:lvl2pPr marL="266365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53272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3pPr>
      <a:lvl4pPr marL="79909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06545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33182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59818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864553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13091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40905" y="575945"/>
            <a:ext cx="469892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TÍTULO DO TCC (LETRA MAIÚSCULA, NO MÁXIMO 2 LINHAS</a:t>
            </a:r>
          </a:p>
          <a:p>
            <a:pPr algn="ctr"/>
            <a:r>
              <a:rPr lang="pt-BR" sz="11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FONTE: TIMES NEW ROMAN(todos os textos do banner), TAMANHO: 11 (este título deve ser o mesmo da monografia)</a:t>
            </a:r>
          </a:p>
        </p:txBody>
      </p:sp>
      <p:sp>
        <p:nvSpPr>
          <p:cNvPr id="6" name="Estrela de 5 pontas 6"/>
          <p:cNvSpPr/>
          <p:nvPr/>
        </p:nvSpPr>
        <p:spPr>
          <a:xfrm>
            <a:off x="220607" y="1759862"/>
            <a:ext cx="1944567" cy="1440705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55" dirty="0"/>
              <a:t>LOGO DO PROJETO (SE HOUVER)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029007" y="2006138"/>
            <a:ext cx="1137403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1</a:t>
            </a:r>
          </a:p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2</a:t>
            </a:r>
          </a:p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3</a:t>
            </a:r>
          </a:p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4...</a:t>
            </a:r>
          </a:p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ORDEM ALFABÉTICA</a:t>
            </a:r>
          </a:p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(TAMANHO: 14)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032913" y="3126081"/>
            <a:ext cx="11152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Orientador(es): Prof. Professor 1 e </a:t>
            </a:r>
          </a:p>
          <a:p>
            <a:pPr algn="ctr"/>
            <a:r>
              <a:rPr lang="pt-BR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Professor 2</a:t>
            </a:r>
          </a:p>
          <a:p>
            <a:pPr algn="ctr"/>
            <a:r>
              <a:rPr lang="pt-BR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(TAMANHO: 5)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1689343" y="5316118"/>
            <a:ext cx="1802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 do corpo do Banner, tamanho: 8 para o texto e 11 para os títulos. 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59240" y="3534299"/>
            <a:ext cx="506225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latin typeface="Arial Black" panose="020B0A04020102020204" pitchFamily="34" charset="0"/>
              </a:rPr>
              <a:t>Use toda </a:t>
            </a:r>
            <a:r>
              <a:rPr lang="en-US" sz="800" dirty="0" err="1">
                <a:latin typeface="Arial Black" panose="020B0A04020102020204" pitchFamily="34" charset="0"/>
              </a:rPr>
              <a:t>área</a:t>
            </a:r>
            <a:r>
              <a:rPr lang="en-US" sz="800" dirty="0">
                <a:latin typeface="Arial Black" panose="020B0A04020102020204" pitchFamily="34" charset="0"/>
              </a:rPr>
              <a:t> do banner para</a:t>
            </a:r>
            <a:r>
              <a:rPr lang="pt-BR" sz="800" dirty="0">
                <a:latin typeface="Arial Black" panose="020B0A04020102020204" pitchFamily="34" charset="0"/>
              </a:rPr>
              <a:t> colocar as informações do seu de TCC e você pode organizar do jeito que quiser. A cor, tipo de letra, tamanho de letra, a posição dos nomes dos alunos e orientadores devem ser ajustados de acordo com a necessidade. (Indique o curso e a data no </a:t>
            </a:r>
            <a:r>
              <a:rPr lang="pt-BR" sz="800" dirty="0" err="1">
                <a:latin typeface="Arial Black" panose="020B0A04020102020204" pitchFamily="34" charset="0"/>
              </a:rPr>
              <a:t>rodap</a:t>
            </a:r>
            <a:r>
              <a:rPr lang="en-US" sz="800" dirty="0" err="1">
                <a:latin typeface="Arial Black" panose="020B0A04020102020204" pitchFamily="34" charset="0"/>
              </a:rPr>
              <a:t>é</a:t>
            </a:r>
            <a:r>
              <a:rPr lang="en-US" sz="800" dirty="0">
                <a:latin typeface="Arial Black" panose="020B0A04020102020204" pitchFamily="34" charset="0"/>
              </a:rPr>
              <a:t> e </a:t>
            </a:r>
            <a:r>
              <a:rPr lang="en-US" sz="800" dirty="0" err="1">
                <a:latin typeface="Arial Black" panose="020B0A04020102020204" pitchFamily="34" charset="0"/>
              </a:rPr>
              <a:t>não</a:t>
            </a:r>
            <a:r>
              <a:rPr lang="en-US" sz="800" dirty="0">
                <a:latin typeface="Arial Black" panose="020B0A04020102020204" pitchFamily="34" charset="0"/>
              </a:rPr>
              <a:t> </a:t>
            </a:r>
            <a:r>
              <a:rPr lang="en-US" sz="800" dirty="0" err="1">
                <a:latin typeface="Arial Black" panose="020B0A04020102020204" pitchFamily="34" charset="0"/>
              </a:rPr>
              <a:t>altere</a:t>
            </a:r>
            <a:r>
              <a:rPr lang="en-US" sz="800" dirty="0">
                <a:latin typeface="Arial Black" panose="020B0A04020102020204" pitchFamily="34" charset="0"/>
              </a:rPr>
              <a:t> o </a:t>
            </a:r>
            <a:r>
              <a:rPr lang="en-US" sz="800" dirty="0" err="1">
                <a:latin typeface="Arial Black" panose="020B0A04020102020204" pitchFamily="34" charset="0"/>
              </a:rPr>
              <a:t>tamanho</a:t>
            </a:r>
            <a:r>
              <a:rPr lang="en-US" sz="800" dirty="0">
                <a:latin typeface="Arial Black" panose="020B0A04020102020204" pitchFamily="34" charset="0"/>
              </a:rPr>
              <a:t> e </a:t>
            </a:r>
            <a:r>
              <a:rPr lang="en-US" sz="800" dirty="0" err="1">
                <a:latin typeface="Arial Black" panose="020B0A04020102020204" pitchFamily="34" charset="0"/>
              </a:rPr>
              <a:t>tipo</a:t>
            </a:r>
            <a:r>
              <a:rPr lang="en-US" sz="800" dirty="0">
                <a:latin typeface="Arial Black" panose="020B0A04020102020204" pitchFamily="34" charset="0"/>
              </a:rPr>
              <a:t> da </a:t>
            </a:r>
            <a:r>
              <a:rPr lang="en-US" sz="800" dirty="0" err="1">
                <a:latin typeface="Arial Black" panose="020B0A04020102020204" pitchFamily="34" charset="0"/>
              </a:rPr>
              <a:t>letra</a:t>
            </a:r>
            <a:r>
              <a:rPr lang="en-US" sz="800" dirty="0">
                <a:latin typeface="Arial Black" panose="020B0A04020102020204" pitchFamily="34" charset="0"/>
              </a:rPr>
              <a:t> deles)</a:t>
            </a:r>
            <a:endParaRPr lang="pt-BR" sz="800" dirty="0">
              <a:latin typeface="Arial Black" panose="020B0A04020102020204" pitchFamily="34" charset="0"/>
            </a:endParaRPr>
          </a:p>
          <a:p>
            <a:pPr algn="ctr"/>
            <a:endParaRPr lang="pt-BR" sz="800" dirty="0">
              <a:latin typeface="Arial Black" panose="020B0A04020102020204" pitchFamily="34" charset="0"/>
            </a:endParaRPr>
          </a:p>
          <a:p>
            <a:pPr algn="ctr"/>
            <a:r>
              <a:rPr lang="pt-BR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Lembre-se: o texto do banner deve ser </a:t>
            </a:r>
            <a:r>
              <a:rPr lang="pt-BR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leg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ível</a:t>
            </a:r>
            <a:endParaRPr lang="pt-BR" sz="8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pt-BR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a uma </a:t>
            </a:r>
            <a:r>
              <a:rPr lang="pt-BR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dist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ância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de 1 metros. Use sempre 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fundo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BRANCO 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ou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um tom 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bem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suave.</a:t>
            </a:r>
            <a:endParaRPr lang="pt-BR" sz="8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endParaRPr lang="pt-BR" sz="800" dirty="0">
              <a:latin typeface="Arial Black" panose="020B0A04020102020204" pitchFamily="34" charset="0"/>
            </a:endParaRPr>
          </a:p>
          <a:p>
            <a:pPr algn="ctr"/>
            <a:r>
              <a:rPr lang="pt-BR" sz="800" dirty="0">
                <a:latin typeface="Arial Black" panose="020B0A04020102020204" pitchFamily="34" charset="0"/>
              </a:rPr>
              <a:t>Procure colocar conteúdos e título que chamem a atenção do público. Use imagens, textos e tabelas. Use texto justificado(alinhado a esquerda e a direita)Para enviar à gráfica é necessário salvar como PDF.</a:t>
            </a:r>
          </a:p>
          <a:p>
            <a:pPr algn="ctr"/>
            <a:endParaRPr lang="pt-BR" sz="800" dirty="0">
              <a:latin typeface="Arial Black" panose="020B0A04020102020204" pitchFamily="34" charset="0"/>
            </a:endParaRPr>
          </a:p>
          <a:p>
            <a:pPr algn="ctr"/>
            <a:r>
              <a:rPr lang="pt-BR" sz="800" dirty="0">
                <a:solidFill>
                  <a:srgbClr val="FF0000"/>
                </a:solidFill>
                <a:latin typeface="Arial Black" panose="020B0A04020102020204" pitchFamily="34" charset="0"/>
              </a:rPr>
              <a:t>Enviar à gráfica somente após a aprovação do orientador.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DB01664-C6B9-9D4D-98F0-E5F4427DC4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0" y="7133825"/>
            <a:ext cx="5208595" cy="348482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1560707" y="7185486"/>
            <a:ext cx="1644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Técnico em Nome do Curso(Tamanho: 6)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791EB26-D5A4-F64C-8AA8-ACECC6DA4E9D}"/>
              </a:ext>
            </a:extLst>
          </p:cNvPr>
          <p:cNvSpPr txBox="1"/>
          <p:nvPr/>
        </p:nvSpPr>
        <p:spPr>
          <a:xfrm>
            <a:off x="2165174" y="7296526"/>
            <a:ext cx="43530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Dez/2023</a:t>
            </a:r>
          </a:p>
        </p:txBody>
      </p:sp>
    </p:spTree>
    <p:extLst>
      <p:ext uri="{BB962C8B-B14F-4D97-AF65-F5344CB8AC3E}">
        <p14:creationId xmlns:p14="http://schemas.microsoft.com/office/powerpoint/2010/main" val="2958323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258</Words>
  <Application>Microsoft Office PowerPoint</Application>
  <PresentationFormat>Personalizar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EtecVAV</dc:creator>
  <cp:lastModifiedBy>Win11</cp:lastModifiedBy>
  <cp:revision>7</cp:revision>
  <dcterms:created xsi:type="dcterms:W3CDTF">2025-11-04T09:54:35Z</dcterms:created>
  <dcterms:modified xsi:type="dcterms:W3CDTF">2026-08-10T11:15:37Z</dcterms:modified>
</cp:coreProperties>
</file>